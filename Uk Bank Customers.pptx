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60" r:id="rId3"/>
    <p:sldId id="261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3C910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D1C4F-046B-449E-B21A-89BC9B57F72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3A740-6578-4E17-AF64-75B74CB3D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D3A740-6578-4E17-AF64-75B74CB3D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97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0860"/>
            <a:ext cx="12192000" cy="682714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5630010" y="18522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6798" y="5840073"/>
            <a:ext cx="2461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SAYALI KUMAR</a:t>
            </a:r>
          </a:p>
          <a:p>
            <a:r>
              <a:rPr lang="en-US" sz="24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7/6/2025</a:t>
            </a:r>
            <a:endParaRPr lang="en-US" sz="24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602428"/>
            <a:ext cx="1744352" cy="365753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451" y="3835718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4E108-A54E-0419-AB19-D8358F8F5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Problem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E7CA6-13D2-C137-1042-315B97083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756" y="1054249"/>
            <a:ext cx="7853082" cy="514127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1. Total Number of Unique customers across various regions</a:t>
            </a:r>
            <a:r>
              <a:rPr lang="en-US" sz="2000" b="1" dirty="0"/>
              <a:t> </a:t>
            </a:r>
            <a:r>
              <a:rPr lang="en-US" sz="2000" dirty="0"/>
              <a:t>and </a:t>
            </a:r>
            <a:r>
              <a:rPr lang="en-US" sz="2000" b="1" u="sng" dirty="0"/>
              <a:t>Gender  distribution across each region.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2. Gender distribution in </a:t>
            </a:r>
            <a:r>
              <a:rPr lang="en-US" sz="2000" b="1" dirty="0"/>
              <a:t>percent</a:t>
            </a:r>
            <a:r>
              <a:rPr lang="en-US" sz="2000" dirty="0"/>
              <a:t> among overall number of customers.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3. Average Balance based on Job Classification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4. </a:t>
            </a:r>
            <a:r>
              <a:rPr lang="en-US" sz="2000" b="1" dirty="0"/>
              <a:t>Average balance based on </a:t>
            </a:r>
            <a:r>
              <a:rPr lang="en-US" sz="2000" b="1" u="sng" dirty="0"/>
              <a:t>age</a:t>
            </a:r>
            <a:r>
              <a:rPr lang="en-US" sz="2000" u="sng" dirty="0"/>
              <a:t> range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5. Trend for the number of new customers on boarded each </a:t>
            </a:r>
            <a:r>
              <a:rPr lang="en-US" sz="2000" b="1" dirty="0"/>
              <a:t>month of 2015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6. Find the two top most customers based on the sum of the balance they have in the account</a:t>
            </a:r>
            <a:endParaRPr lang="en-IN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701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41EDC0-8336-346D-0FE7-AFB2F1D2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11"/>
            <a:ext cx="12192000" cy="663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13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6EFB-18E6-C42C-AE42-55B6A8A956A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53948" y="511388"/>
            <a:ext cx="7659755" cy="59556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>
                <a:latin typeface="+mj-lt"/>
              </a:rPr>
              <a:t>Title: </a:t>
            </a:r>
            <a:r>
              <a:rPr lang="en-US" sz="2000" b="1" dirty="0">
                <a:highlight>
                  <a:srgbClr val="D9D9D9"/>
                </a:highlight>
                <a:latin typeface="+mj-lt"/>
              </a:rPr>
              <a:t>UK Bank Customers – Power BI Report</a:t>
            </a:r>
          </a:p>
          <a:p>
            <a:r>
              <a:rPr lang="en-US" sz="2000" dirty="0">
                <a:latin typeface="+mj-lt"/>
              </a:rPr>
              <a:t>This presentation provides a data-driven overview of UK bank customers, prepared and visualized using Power BI. The report highlights customer demographics, banking behaviors, and key performance indicators relevant to financial institutions. </a:t>
            </a:r>
          </a:p>
          <a:p>
            <a:r>
              <a:rPr lang="en-US" sz="2000" dirty="0">
                <a:latin typeface="+mj-lt"/>
              </a:rPr>
              <a:t>The slides are designed to: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Showcase interactive dashboards and visualizations.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Present customer segmentation and trends.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Support data-driven decision-making for banking strategies.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Provide a clear, professional view of customer data for analysis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91526518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</TotalTime>
  <Words>170</Words>
  <Application>Microsoft Office PowerPoint</Application>
  <PresentationFormat>Widescreen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Segoe UI Light</vt:lpstr>
      <vt:lpstr>Segoe UI Semibold</vt:lpstr>
      <vt:lpstr>Wingdings</vt:lpstr>
      <vt:lpstr>Custom Design</vt:lpstr>
      <vt:lpstr>PowerPoint Presentation</vt:lpstr>
      <vt:lpstr>Problem Statements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Sayali Kumar</cp:lastModifiedBy>
  <cp:revision>9</cp:revision>
  <dcterms:created xsi:type="dcterms:W3CDTF">2016-09-04T11:54:55Z</dcterms:created>
  <dcterms:modified xsi:type="dcterms:W3CDTF">2026-03-29T11:31:06Z</dcterms:modified>
</cp:coreProperties>
</file>