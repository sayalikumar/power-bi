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005B-4F21-D209-C8A6-056BAAA2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5FA54-EE61-EB93-3D5C-62051A011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CCD2-7D87-0781-0833-46C3EE10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BE86-47B1-80E5-1DA3-A1E4592F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CB1E-F7B7-821C-5EAD-845A3378E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4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22EA-F92A-FD21-0FBF-AE972579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B540-E95A-9D10-0755-83CDF5B0D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AA7C6-5AB1-FE04-E012-BE0872A3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21A0-9F40-9D1B-DAF5-A3614260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8F3D-0369-C6C1-5621-CB91C35E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7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8867-8CC3-ACB5-9361-FCAAA67C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3A249-5DE8-3ED4-3BD3-1293EE5E1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1D6FF-2BAE-2C2B-A8DB-BFB7B749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8A9B-BF36-A15B-15AB-0C794FAA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29602-3193-75CD-09B5-4D47F663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4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1008-1DA5-7D55-ACA9-D2016BBF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1F708-0CBA-561D-472F-A6E32448B7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87666-904C-95A9-581C-9207540D2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837D9-327B-BBCE-940C-9E864B44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3044B-6BF5-5A9D-55DF-9B3363A1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D9B22-6133-E8E0-893B-FB0C074C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6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4CE2-BF1D-66F0-8296-3B67E650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7CEA3-8844-4010-F4B5-78041C7A6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AB37-5728-38C6-9F0C-1F90134B6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73D1FF-301A-CE8B-49D3-1A6622699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6C070-316B-A64E-4188-1E3F9D35E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0B9BC-EFB2-4140-E029-1CE90369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FC6E9-93BE-379D-99A3-B214BA6E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517C2-6002-F552-43E3-A54A75B9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3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A606-EB74-49D0-9A8B-66A98E8E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918D17-A2D0-8F7C-CFBE-5F5ADDF0A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E1232-98C6-2E75-0D7D-089FA60D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822AC-9BB6-C073-EED2-5DA97FCF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1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B1B7B-E4DF-2EAF-0C1D-C3FD4CEB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FE9F8-E9AE-EABB-3C3F-0DDC8B01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D6703-1996-F206-A022-3E94A961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7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D7F7-0E4E-055A-EE4B-17AC32A26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15ACA-1B53-95E2-64EF-CE211CC16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FB892-93FF-58EF-D97A-9CBCD61F5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B64BB-D120-1B70-F2AF-7968DCEF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3DDC1-DFA4-B4BC-CBBE-B68CCAA5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2C116-A45E-E32D-3BE5-5F5D0A69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0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302E-B2C2-082F-DCE8-48AC9EAB2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F5AFD-2BC6-0A6A-4840-EF3FDEC16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90627-9BEB-E8FE-E4AA-2953F1EC4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0B36E-F13B-2D71-90E4-0FE631BB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20E49-BB8D-B9A3-90A8-FE0B973E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BE4B4-1106-5B53-564C-E03B3E4C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3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54C1-EB68-6868-83E5-AC75A327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A59CA-1754-69B1-BA4E-3EA70E261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7D7F0-0CDA-3718-B3FD-6A4F5AE3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6ED0B-2C55-FB75-A4E9-B9D9A3C2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96A85-8D8C-94D2-A17E-243F15FA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6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AFAFE-EADE-1300-ED5E-C69D1EEEF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6CCBC-C14D-1BF3-BEA3-E91282AE1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C41FF-3ED2-4A9F-4C9C-027D1987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4385-50FD-AB35-FAC1-9E346298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B18B8-2249-6176-E9B2-797BAA2A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1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EED97-39B0-6262-3DA7-BD28F284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C3AAD-0B5A-27C3-9BB6-E9E2AF778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95C10-A965-C059-A20C-B61952AC4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C09B8-CD1E-49D7-A5E5-9E84707583B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9D3C0-9AA6-ADBB-AF02-48269F1A1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2D840-E680-5B90-5397-3B5766A88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A8473-B8FB-4F5E-AED0-C71F659B1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A9128-3E4E-23E1-F628-F82F122CB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41" y="1209367"/>
            <a:ext cx="9943633" cy="4021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D3F114-1DD8-4CAC-7B88-59A562E3036A}"/>
              </a:ext>
            </a:extLst>
          </p:cNvPr>
          <p:cNvSpPr txBox="1"/>
          <p:nvPr/>
        </p:nvSpPr>
        <p:spPr>
          <a:xfrm>
            <a:off x="875071" y="5653548"/>
            <a:ext cx="231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SAYALI KUMAR</a:t>
            </a:r>
          </a:p>
        </p:txBody>
      </p:sp>
    </p:spTree>
    <p:extLst>
      <p:ext uri="{BB962C8B-B14F-4D97-AF65-F5344CB8AC3E}">
        <p14:creationId xmlns:p14="http://schemas.microsoft.com/office/powerpoint/2010/main" val="271677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39C94-7837-B6FF-3245-274BCC68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CE3D3-0FF0-26DE-C890-6CAB431F940B}"/>
              </a:ext>
            </a:extLst>
          </p:cNvPr>
          <p:cNvSpPr txBox="1"/>
          <p:nvPr/>
        </p:nvSpPr>
        <p:spPr>
          <a:xfrm>
            <a:off x="4180115" y="1199535"/>
            <a:ext cx="7787472" cy="4758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This dashboard is titled </a:t>
            </a:r>
            <a:r>
              <a:rPr lang="en-US" sz="1900" b="1" dirty="0"/>
              <a:t>"UK Bank Customers Report - 2015"</a:t>
            </a:r>
            <a:r>
              <a:rPr lang="en-US" sz="1900" dirty="0"/>
              <a:t> and it provides a comprehensive overview of banking customers in the UK, segmented by demographics and financial attributes. Here’s a structured description:</a:t>
            </a:r>
          </a:p>
          <a:p>
            <a:r>
              <a:rPr lang="en-US" sz="1900" dirty="0"/>
              <a:t>🎯 </a:t>
            </a:r>
            <a:r>
              <a:rPr lang="en-US" sz="1900" b="1" dirty="0"/>
              <a:t>Overall Purpose</a:t>
            </a:r>
          </a:p>
          <a:p>
            <a:r>
              <a:rPr lang="en-US" sz="1900" dirty="0"/>
              <a:t>This dashboard is designed to help banks understand: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/>
              <a:t>Customer segmentation</a:t>
            </a:r>
            <a:r>
              <a:rPr lang="en-US" dirty="0"/>
              <a:t> by region, age, gender, and job type.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/>
              <a:t>Financial behavior</a:t>
            </a:r>
            <a:r>
              <a:rPr lang="en-US" dirty="0"/>
              <a:t> across demographics.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/>
              <a:t>Trends over time</a:t>
            </a:r>
            <a:r>
              <a:rPr lang="en-US" dirty="0"/>
              <a:t>, such as quarterly growth.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dirty="0"/>
              <a:t>It’s essentially a </a:t>
            </a:r>
            <a:r>
              <a:rPr lang="en-US" b="1" dirty="0"/>
              <a:t>customer profiling and financial analysis tool</a:t>
            </a:r>
            <a:r>
              <a:rPr lang="en-US" dirty="0"/>
              <a:t>, useful for identifying high-value segments and tailoring banking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70404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Kumar</dc:creator>
  <cp:lastModifiedBy>Sayali Kumar</cp:lastModifiedBy>
  <cp:revision>1</cp:revision>
  <dcterms:created xsi:type="dcterms:W3CDTF">2026-03-29T14:36:14Z</dcterms:created>
  <dcterms:modified xsi:type="dcterms:W3CDTF">2026-03-29T14:55:06Z</dcterms:modified>
</cp:coreProperties>
</file>